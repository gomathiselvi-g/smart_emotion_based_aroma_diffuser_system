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69" r:id="rId3"/>
    <p:sldId id="270" r:id="rId4"/>
    <p:sldId id="271" r:id="rId5"/>
    <p:sldId id="272" r:id="rId6"/>
    <p:sldId id="273" r:id="rId7"/>
    <p:sldId id="261" r:id="rId8"/>
    <p:sldId id="27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3E47C-A7B0-404B-9BDA-1265989CDF49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1D304-531E-4073-8F9C-6B9EE60E2B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6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1D304-531E-4073-8F9C-6B9EE60E2BD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7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6108F-8922-68FA-EA1D-E21ED24C5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" t="6038" r="3715" b="3019"/>
          <a:stretch>
            <a:fillRect/>
          </a:stretch>
        </p:blipFill>
        <p:spPr>
          <a:xfrm>
            <a:off x="230699" y="1101213"/>
            <a:ext cx="8682602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1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3846-DAE7-2A01-0665-DE140FEF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8A7E-9F27-0646-7D0F-8B8E8FD4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98184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&amp; Deep Learning (DL):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human emotions using facial expression analysis with a CNN model.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controls the aroma diffuser hardware through relay modules.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Internet of Things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network of interconnected devices that communicate and exchange data through the internet.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68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BDCA-7D22-ED52-0421-46D97F10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123983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1B9588-A986-9E63-5796-1BCBC97E20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91087"/>
            <a:ext cx="8229600" cy="518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project develops a smart system to detect human emotions using a CNN-based facial recognition model to reduce stress for emotional well-being.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web/mobile platform for emotion monitoring.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emotion history and generate analytical reports.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AI-based personalized wellness recommendations.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into an IoT-enabled smart wellness platform.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861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BFB2-D4B3-1EEC-4048-239DF6FF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393700"/>
            <a:ext cx="8394700" cy="8636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22400"/>
            <a:ext cx="8229600" cy="47037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system can be used in homes, offices, and relaxation spaces to support better mental well-being.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provides automatic aroma release based on detected human emotions.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Reduces manual effort by controlling the diffuser automatically.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be extended with a mobile app for monitoring and control.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future integration with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-based smart systems. </a:t>
            </a: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1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47EF-AD2B-97D7-3ADE-B281CAAF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68300"/>
            <a:ext cx="8229600" cy="1864596"/>
          </a:xfrm>
        </p:spPr>
        <p:txBody>
          <a:bodyPr>
            <a:norm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</a:t>
            </a:r>
            <a:endParaRPr lang="en-IN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1E2360-ADD1-D201-8264-F32438C7D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96296"/>
            <a:ext cx="8229599" cy="507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detect human emotions using a CNN-based facial recognition system and automatically control the aroma diffuser based on detected emotions.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interactive Emotion Analytics Dashboard.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emotion history securely.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wellness recommendations.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reduce stress and improve emotional balance using aroma therapy.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design a simple, low-cost, and user-friendly system.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2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8A6D-7DDB-9CC9-3C2F-6420F272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54000"/>
            <a:ext cx="8229600" cy="1671638"/>
          </a:xfrm>
        </p:spPr>
        <p:txBody>
          <a:bodyPr>
            <a:norm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1B9099-01D2-8367-1AA7-4B40064A70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1878"/>
            <a:ext cx="8229600" cy="352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prototype successfully implemented.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real-time emotion detection completed.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aroma diffuser control achieved.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software dashboard for emotion analysis.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storage or user management.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remote monitoring capabilities.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9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92E82B-FA4F-E0EA-25AA-A555E3B464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27687"/>
            <a:ext cx="8229600" cy="352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web/mobile application.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live emotion detection and system status.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user-wise emotion history.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daily, weekly, and monthly emotion reports.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wellness recommendations.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software architecture for future IoT integration.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305800" cy="1798638"/>
          </a:xfrm>
        </p:spPr>
        <p:txBody>
          <a:bodyPr>
            <a:normAutofit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FUTURE ENHANCEMENT</a:t>
            </a:r>
            <a:endParaRPr lang="en-US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2281"/>
            <a:ext cx="8229600" cy="4612772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Integration of mobile application for remote monitoring and control. 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 of AI-based personalized aroma recommendation system.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Addition of cloud database for storing emotion history. 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Development of emotion analytics dashboard for mood tracking.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Extension to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-based smart home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8F3E6-AF6E-E1CF-3C80-C6060356FE17}"/>
              </a:ext>
            </a:extLst>
          </p:cNvPr>
          <p:cNvSpPr txBox="1"/>
          <p:nvPr/>
        </p:nvSpPr>
        <p:spPr>
          <a:xfrm>
            <a:off x="2141316" y="2735842"/>
            <a:ext cx="5162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386</Words>
  <Application>Microsoft Office PowerPoint</Application>
  <PresentationFormat>On-screen Show (4:3)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 PROJECT DOMAIN </vt:lpstr>
      <vt:lpstr>ABSTRACT</vt:lpstr>
      <vt:lpstr>SCOPE</vt:lpstr>
      <vt:lpstr> OBJECTIVE</vt:lpstr>
      <vt:lpstr> EXISTING SYSTEM</vt:lpstr>
      <vt:lpstr>PROPOSED SYSTEM</vt:lpstr>
      <vt:lpstr> FUTURE ENHANCEMENT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gomathi selvi</cp:lastModifiedBy>
  <cp:revision>24</cp:revision>
  <dcterms:created xsi:type="dcterms:W3CDTF">2013-01-27T09:14:16Z</dcterms:created>
  <dcterms:modified xsi:type="dcterms:W3CDTF">2026-08-05T05:12:19Z</dcterms:modified>
</cp:coreProperties>
</file>