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8" r:id="rId2"/>
    <p:sldId id="269" r:id="rId3"/>
    <p:sldId id="270" r:id="rId4"/>
    <p:sldId id="271" r:id="rId5"/>
    <p:sldId id="272" r:id="rId6"/>
    <p:sldId id="273" r:id="rId7"/>
    <p:sldId id="261" r:id="rId8"/>
    <p:sldId id="274" r:id="rId9"/>
    <p:sldId id="281" r:id="rId10"/>
    <p:sldId id="275" r:id="rId11"/>
    <p:sldId id="276" r:id="rId12"/>
    <p:sldId id="278" r:id="rId13"/>
    <p:sldId id="279" r:id="rId14"/>
    <p:sldId id="277" r:id="rId15"/>
    <p:sldId id="280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3E47C-A7B0-404B-9BDA-1265989CDF49}" type="datetimeFigureOut">
              <a:rPr lang="en-IN" smtClean="0"/>
              <a:pPr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1D304-531E-4073-8F9C-6B9EE60E2BD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366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1D304-531E-4073-8F9C-6B9EE60E2BD2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78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A6108F-8922-68FA-EA1D-E21ED24C59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10" t="6235" r="3618" b="4472"/>
          <a:stretch>
            <a:fillRect/>
          </a:stretch>
        </p:blipFill>
        <p:spPr>
          <a:xfrm>
            <a:off x="386832" y="1068396"/>
            <a:ext cx="8427439" cy="457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14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63846-DAE7-2A01-0665-DE140FEFD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DOMAIN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88A7E-9F27-0646-7D0F-8B8E8FD40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498184"/>
            <a:ext cx="8229600" cy="4525963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&amp; Deep Learning (DL):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human emotions using facial expression analysis with a CNN model.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controls the aroma diffuser hardware through relay modules.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Internet of Things (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):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network of interconnected devices that communicate and exchange data through the internet.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686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BDCA-7D22-ED52-0421-46D97F10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7800"/>
            <a:ext cx="8229600" cy="123983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1B9588-A986-9E63-5796-1BCBC97E20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91087"/>
            <a:ext cx="8229600" cy="518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project develops a smart system to detect human emotions using a CNN-based facial recognition model to reduce stress for emotional well-being.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Develop a web/mobile platform for emotion monitoring.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Maintain emotion history and generate analytical reports.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Provide AI-based personalized wellness recommendations.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Extend the system into an IoT-enabled smart wellness platform. 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861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BFB2-D4B3-1EEC-4048-239DF6FFD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393700"/>
            <a:ext cx="8394700" cy="86360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22400"/>
            <a:ext cx="8229600" cy="47037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system can be used in homes, offices, and relaxation spaces to support better mental well-being.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provides automatic aroma release based on detected human emotions.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Reduces manual effort by controlling the diffuser automatically.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Can be extended with a mobile app for monitoring and control.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Supports future integration with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-based smart systems. </a:t>
            </a:r>
          </a:p>
          <a:p>
            <a:pPr algn="just"/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311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947EF-AD2B-97D7-3ADE-B281CAAF6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68300"/>
            <a:ext cx="8229600" cy="1864596"/>
          </a:xfrm>
        </p:spPr>
        <p:txBody>
          <a:bodyPr>
            <a:norm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OBJECTIVE</a:t>
            </a:r>
            <a:endParaRPr lang="en-IN" sz="36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1E2360-ADD1-D201-8264-F32438C7D9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96296"/>
            <a:ext cx="8229599" cy="5073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detect human emotions using a CNN-based facial recognition system and automatically control the aroma diffuser based on detected emotions.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Create an interactive Emotion Analytics Dashboard.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Store and manage emotion history securely.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Generate personalized wellness recommendations.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To reduce stress and improve emotional balance using aroma therapy.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design a simple, low-cost, and user-friendly system.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42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A8A6D-7DDB-9CC9-3C2F-6420F272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54001"/>
            <a:ext cx="8229600" cy="1905819"/>
          </a:xfrm>
        </p:spPr>
        <p:txBody>
          <a:bodyPr>
            <a:norm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1B9099-01D2-8367-1AA7-4B40064A70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4516" y="1837581"/>
            <a:ext cx="8229600" cy="352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prototype successfully implemented.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real-time emotion detection completed.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aroma diffuser control achieved.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software dashboard for emotion analysis.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cloud storage or user management.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remote monitoring capabilities.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998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5331"/>
            <a:ext cx="8229600" cy="1417638"/>
          </a:xfrm>
        </p:spPr>
        <p:txBody>
          <a:bodyPr>
            <a:normAutofit/>
          </a:bodyPr>
          <a:lstStyle/>
          <a:p>
            <a:r>
              <a:rPr sz="3600" b="1" dirty="0"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92E82B-FA4F-E0EA-25AA-A555E3B464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5523" y="1742552"/>
            <a:ext cx="8229600" cy="352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web/mobile application.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live emotion detection and system status. 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user-wise emotion history.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daily, weekly, and monthly emotion reports.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AI-based wellness recommendations.</a:t>
            </a:r>
          </a:p>
          <a:p>
            <a:pPr algn="just" defTabSz="914400" eaLnBrk="0" fontAlgn="base" hangingPunct="0">
              <a:lnSpc>
                <a:spcPct val="140000"/>
              </a:lnSpc>
              <a:spcBef>
                <a:spcPts val="624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software architecture for future IoT integration.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81000"/>
            <a:ext cx="8305800" cy="1798638"/>
          </a:xfrm>
        </p:spPr>
        <p:txBody>
          <a:bodyPr>
            <a:normAutofit/>
          </a:bodyPr>
          <a:lstStyle/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FUTURE ENHANCEMENT</a:t>
            </a:r>
            <a:endParaRPr lang="en-US" sz="3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2281"/>
            <a:ext cx="8229600" cy="4612772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Integration of mobile application for remote monitoring and control. </a:t>
            </a:r>
          </a:p>
          <a:p>
            <a:pPr algn="just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Implementation of AI- based personalized aroma recommendation system.</a:t>
            </a:r>
          </a:p>
          <a:p>
            <a:pPr algn="just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Addition of cloud database for storing emotion history. </a:t>
            </a:r>
          </a:p>
          <a:p>
            <a:pPr algn="just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Development of emotion analytics dashboard for mood tracking.</a:t>
            </a:r>
          </a:p>
          <a:p>
            <a:pPr algn="just">
              <a:lnSpc>
                <a:spcPct val="140000"/>
              </a:lnSpc>
              <a:spcBef>
                <a:spcPts val="624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Extension to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-based smart home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0884A6-4639-59DB-6302-C6A2AA7EAE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113116"/>
              </p:ext>
            </p:extLst>
          </p:nvPr>
        </p:nvGraphicFramePr>
        <p:xfrm>
          <a:off x="457200" y="1396181"/>
          <a:ext cx="8229600" cy="429580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68814627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467677189"/>
                    </a:ext>
                  </a:extLst>
                </a:gridCol>
              </a:tblGrid>
              <a:tr h="42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Software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310984"/>
                  </a:ext>
                </a:extLst>
              </a:tr>
              <a:tr h="42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Laptop / 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672060"/>
                  </a:ext>
                </a:extLst>
              </a:tr>
              <a:tr h="42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Webcam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TensorFlow / Keras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578902"/>
                  </a:ext>
                </a:extLst>
              </a:tr>
              <a:tr h="42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Arduino / ESP32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OpenCV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3875753"/>
                  </a:ext>
                </a:extLst>
              </a:tr>
              <a:tr h="42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16×2 I2C LCD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3487343"/>
                  </a:ext>
                </a:extLst>
              </a:tr>
              <a:tr h="42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Relay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HTML / CSS / JavaScript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02069"/>
                  </a:ext>
                </a:extLst>
              </a:tr>
              <a:tr h="42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Aroma Diffuser / Mist Maker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67889"/>
                  </a:ext>
                </a:extLst>
              </a:tr>
              <a:tr h="42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Smartphone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092338"/>
                  </a:ext>
                </a:extLst>
              </a:tr>
              <a:tr h="42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Arduino IDE / IoT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959709"/>
                  </a:ext>
                </a:extLst>
              </a:tr>
              <a:tr h="429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Internet / Wi-Fi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CNN &amp; Recommendation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17687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0925FEE-F89C-F99E-E289-C07AE2215E35}"/>
              </a:ext>
            </a:extLst>
          </p:cNvPr>
          <p:cNvSpPr txBox="1"/>
          <p:nvPr/>
        </p:nvSpPr>
        <p:spPr>
          <a:xfrm>
            <a:off x="191729" y="589935"/>
            <a:ext cx="8760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252651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7FB4CEE-BB5B-CFF3-B720-5645B378E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116" y="530943"/>
            <a:ext cx="8268929" cy="5801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3666" y="499970"/>
            <a:ext cx="659244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DESIGN AND IMPLEMENTATION  </a:t>
            </a:r>
          </a:p>
          <a:p>
            <a:pPr algn="ctr">
              <a:defRPr sz="2800" b="1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>
              <a:defRPr sz="280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Emotion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216304"/>
            <a:ext cx="8437419" cy="388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CNN-based facial emotion detection processes live facial expressions.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Emotion results from 10 frames are combined using majority voting for a stable emotion.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final emotion is stored in an SQLite database for user-wise history.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Analytics converts stored emotion data into mood trends and daily/weekly/monthly reports.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dashboard displays current emotion, history, and analytical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8BA6D2-07C1-942E-F0FD-9E7E354F9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15" y="947489"/>
            <a:ext cx="8672769" cy="478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098756-B079-548B-02B6-9A7043829E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64" t="27588" r="28750" b="11435"/>
          <a:stretch>
            <a:fillRect/>
          </a:stretch>
        </p:blipFill>
        <p:spPr>
          <a:xfrm>
            <a:off x="696188" y="2483427"/>
            <a:ext cx="5133111" cy="313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57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636D3-D705-5D2F-AA43-90F5A94400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" b="16252"/>
          <a:stretch>
            <a:fillRect/>
          </a:stretch>
        </p:blipFill>
        <p:spPr>
          <a:xfrm>
            <a:off x="239342" y="1582994"/>
            <a:ext cx="8665316" cy="4608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3AEEA8-C36A-893E-64B3-BEB5F31721F8}"/>
              </a:ext>
            </a:extLst>
          </p:cNvPr>
          <p:cNvSpPr txBox="1"/>
          <p:nvPr/>
        </p:nvSpPr>
        <p:spPr>
          <a:xfrm>
            <a:off x="571499" y="666813"/>
            <a:ext cx="90608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ANALYTICS DASHBOARD </a:t>
            </a:r>
          </a:p>
        </p:txBody>
      </p:sp>
    </p:spTree>
    <p:extLst>
      <p:ext uri="{BB962C8B-B14F-4D97-AF65-F5344CB8AC3E}">
        <p14:creationId xmlns:p14="http://schemas.microsoft.com/office/powerpoint/2010/main" val="2001561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297" y="1216629"/>
            <a:ext cx="78120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Wellness &amp; Aroma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960" y="2235788"/>
            <a:ext cx="812474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majority emotion from Module 1 is passed to the recommendation engine.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generates a personalized wellness recommendation based on the detected emotion.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suitable aroma suggestion is selected to support relaxation and emotional well-being.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Arduino UNO receives the control signal and operates the aroma diffuser through the hardware interface.</a:t>
            </a:r>
          </a:p>
          <a:p>
            <a:pPr>
              <a:spcAft>
                <a:spcPts val="1200"/>
              </a:spcAft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module enables automatic, emotion-based aroma support with reduced manual effort.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DF7F8-28E9-3E32-F346-9B09455529E4}"/>
              </a:ext>
            </a:extLst>
          </p:cNvPr>
          <p:cNvSpPr txBox="1"/>
          <p:nvPr/>
        </p:nvSpPr>
        <p:spPr>
          <a:xfrm>
            <a:off x="1791183" y="459080"/>
            <a:ext cx="5874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AC7C9E-82F6-8A75-5AFB-453B43222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54" y="1465119"/>
            <a:ext cx="8582891" cy="4929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2EDA4A-0EE4-7BE2-A36F-46CE9ABF0AEC}"/>
              </a:ext>
            </a:extLst>
          </p:cNvPr>
          <p:cNvSpPr txBox="1"/>
          <p:nvPr/>
        </p:nvSpPr>
        <p:spPr>
          <a:xfrm>
            <a:off x="529936" y="550718"/>
            <a:ext cx="8063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– BASED WELLNESS  SUGGESTION</a:t>
            </a:r>
          </a:p>
        </p:txBody>
      </p:sp>
    </p:spTree>
    <p:extLst>
      <p:ext uri="{BB962C8B-B14F-4D97-AF65-F5344CB8AC3E}">
        <p14:creationId xmlns:p14="http://schemas.microsoft.com/office/powerpoint/2010/main" val="289004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48F3E6-AF6E-E1CF-3C80-C6060356FE17}"/>
              </a:ext>
            </a:extLst>
          </p:cNvPr>
          <p:cNvSpPr txBox="1"/>
          <p:nvPr/>
        </p:nvSpPr>
        <p:spPr>
          <a:xfrm>
            <a:off x="2141316" y="2735842"/>
            <a:ext cx="5162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610</Words>
  <Application>Microsoft Office PowerPoint</Application>
  <PresentationFormat>On-screen Show (4:3)</PresentationFormat>
  <Paragraphs>85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 PROJECT DOMAIN </vt:lpstr>
      <vt:lpstr>ABSTRACT</vt:lpstr>
      <vt:lpstr>SCOPE</vt:lpstr>
      <vt:lpstr> OBJECTIVE</vt:lpstr>
      <vt:lpstr> EXISTING SYSTEM</vt:lpstr>
      <vt:lpstr>PROPOSED SYSTEM</vt:lpstr>
      <vt:lpstr> FUTURE ENHANCEMENT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dc:description>generated using python-pptx</dc:description>
  <cp:lastModifiedBy>gomathi selvi</cp:lastModifiedBy>
  <cp:revision>29</cp:revision>
  <dcterms:created xsi:type="dcterms:W3CDTF">2013-01-27T09:14:16Z</dcterms:created>
  <dcterms:modified xsi:type="dcterms:W3CDTF">2026-09-22T03:23:39Z</dcterms:modified>
</cp:coreProperties>
</file>